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github.com/cern-eos/xrootd/tree/XrdClJournalCachePlugin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root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502920" cy="502920"/>
          </a:xfrm>
          <a:prstGeom prst="rect">
            <a:avLst/>
          </a:prstGeom>
        </p:spPr>
      </p:pic>
      <p:pic>
        <p:nvPicPr>
          <p:cNvPr id="3" name="Picture 2" descr="journalcach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09728"/>
            <a:ext cx="699496" cy="566928"/>
          </a:xfrm>
          <a:prstGeom prst="rect">
            <a:avLst/>
          </a:prstGeom>
        </p:spPr>
      </p:pic>
      <p:pic>
        <p:nvPicPr>
          <p:cNvPr id="4" name="Picture 3" descr="cern-logo.sv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80" y="164592"/>
            <a:ext cx="475488" cy="47548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49808"/>
            <a:ext cx="12191695" cy="19050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8923A"/>
                </a:solidFill>
                <a:latin typeface="Calibri"/>
              </a:rPr>
              <a:t>1 / 16</a:t>
            </a:r>
          </a:p>
        </p:txBody>
      </p:sp>
      <p:pic>
        <p:nvPicPr>
          <p:cNvPr id="8" name="Picture 7" descr="journalcach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143000"/>
            <a:ext cx="2335412" cy="18928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83280" y="1417320"/>
            <a:ext cx="7863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7F4EF"/>
                </a:solidFill>
                <a:latin typeface="Calibri"/>
              </a:rPr>
              <a:t>JournalCache for XRootD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606040"/>
            <a:ext cx="1463040" cy="38100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88036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A0BF"/>
                </a:solidFill>
                <a:latin typeface="Calibri"/>
              </a:rPr>
              <a:t>Dr. Andreas-Joachim Peters - CERN IT-SD-PSS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29184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8923A"/>
                </a:solidFill>
                <a:latin typeface="Calibri"/>
              </a:rPr>
              <a:t>XROOTD WORKSHOP LYON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79476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8923A"/>
                </a:solidFill>
                <a:latin typeface="Calibri"/>
                <a:hlinkClick r:id="rId5"/>
              </a:rPr>
              <a:t>github.com/cern-eos/xrootd - XrdClJournalCachePlugin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root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502920" cy="502920"/>
          </a:xfrm>
          <a:prstGeom prst="rect">
            <a:avLst/>
          </a:prstGeom>
        </p:spPr>
      </p:pic>
      <p:pic>
        <p:nvPicPr>
          <p:cNvPr id="3" name="Picture 2" descr="journalcach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09728"/>
            <a:ext cx="699496" cy="566928"/>
          </a:xfrm>
          <a:prstGeom prst="rect">
            <a:avLst/>
          </a:prstGeom>
        </p:spPr>
      </p:pic>
      <p:pic>
        <p:nvPicPr>
          <p:cNvPr id="4" name="Picture 3" descr="cern-logo.sv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80" y="164592"/>
            <a:ext cx="475488" cy="47548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49808"/>
            <a:ext cx="12191695" cy="19050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8923A"/>
                </a:solidFill>
                <a:latin typeface="Calibri"/>
              </a:rPr>
              <a:t>2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A0BF"/>
                </a:solidFill>
                <a:latin typeface="Calibri"/>
              </a:rPr>
              <a:t>XROOTD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155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7F4EF"/>
                </a:solidFill>
                <a:latin typeface="Calibri"/>
              </a:rPr>
              <a:t>A client read cache, distinct from XCache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8308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BFB6"/>
                </a:solidFill>
                <a:latin typeface="Calibri"/>
              </a:rPr>
              <a:t>JournalCache records only the byte ranges an application reads, in an append-only per-file journal. There is no block size and no read amplification beyond the request.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834640"/>
            <a:ext cx="3566160" cy="320040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2926080"/>
            <a:ext cx="3346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8923A"/>
                </a:solidFill>
                <a:latin typeface="Calibri"/>
              </a:rPr>
              <a:t>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127248"/>
            <a:ext cx="3346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Client or proxy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3438144"/>
            <a:ext cx="3346704" cy="2505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An XrdCl file plugin for xrdcp, ROOT, or any XrdCl application. The same plugin can run under PSS or XrdHttp. xjcd installs a forwarding proxy.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2834640"/>
            <a:ext cx="3566160" cy="320040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2926080"/>
            <a:ext cx="3346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8923A"/>
                </a:solidFill>
                <a:latin typeface="Calibri"/>
              </a:rPr>
              <a:t>WHAT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3127248"/>
            <a:ext cx="3346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Exact ranges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3438144"/>
            <a:ext cx="3346704" cy="2505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A hit requires the full request in the journal. A miss is fetched from the origin and appended. A write resets that file’s journal.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2834640"/>
            <a:ext cx="3566160" cy="320040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02167" y="2926080"/>
            <a:ext cx="3346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A0BF"/>
                </a:solidFill>
                <a:latin typeface="Calibri"/>
              </a:rPr>
              <a:t>SCOPE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7" y="3127248"/>
            <a:ext cx="3346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Not XCache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2167" y="3438144"/>
            <a:ext cx="3346704" cy="2505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XCache (XrdPfc) is a shared, server-side block cache with prefetch. JournalCache is a client journal. The two are complementary.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root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502920" cy="502920"/>
          </a:xfrm>
          <a:prstGeom prst="rect">
            <a:avLst/>
          </a:prstGeom>
        </p:spPr>
      </p:pic>
      <p:pic>
        <p:nvPicPr>
          <p:cNvPr id="3" name="Picture 2" descr="journalcach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09728"/>
            <a:ext cx="699496" cy="566928"/>
          </a:xfrm>
          <a:prstGeom prst="rect">
            <a:avLst/>
          </a:prstGeom>
        </p:spPr>
      </p:pic>
      <p:pic>
        <p:nvPicPr>
          <p:cNvPr id="4" name="Picture 3" descr="cern-logo.sv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80" y="164592"/>
            <a:ext cx="475488" cy="47548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49808"/>
            <a:ext cx="12191695" cy="19050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8923A"/>
                </a:solidFill>
                <a:latin typeface="Calibri"/>
              </a:rPr>
              <a:t>3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A0BF"/>
                </a:solidFill>
                <a:latin typeface="Calibri"/>
              </a:rPr>
              <a:t>TALK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155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7F4EF"/>
                </a:solidFill>
                <a:latin typeface="Calibri"/>
              </a:rPr>
              <a:t>Contents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10058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F7F4EF"/>
                </a:solidFill>
                <a:latin typeface="Calibri"/>
              </a:rPr>
              <a:t>•  1   Deployments: client and forwarding proxy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F7F4EF"/>
                </a:solidFill>
                <a:latin typeface="Calibri"/>
              </a:rPr>
              <a:t>•  2   Read path, journal format, HTTP freshness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F7F4EF"/>
                </a:solidFill>
                <a:latin typeface="Calibri"/>
              </a:rPr>
              <a:t>•  3   Origin allowlist and the xjc / xjcd / xjccleand tools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F7F4EF"/>
                </a:solidFill>
                <a:latin typeface="Calibri"/>
              </a:rPr>
              <a:t>•  4   XCache (XrdPfc) in brief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F7F4EF"/>
                </a:solidFill>
                <a:latin typeface="Calibri"/>
              </a:rPr>
              <a:t>•  5   Comparison and recommended use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F7F4EF"/>
                </a:solidFill>
                <a:latin typeface="Calibri"/>
              </a:rPr>
              <a:t>•  6   Limits and status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root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502920" cy="502920"/>
          </a:xfrm>
          <a:prstGeom prst="rect">
            <a:avLst/>
          </a:prstGeom>
        </p:spPr>
      </p:pic>
      <p:pic>
        <p:nvPicPr>
          <p:cNvPr id="3" name="Picture 2" descr="journalcach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09728"/>
            <a:ext cx="699496" cy="566928"/>
          </a:xfrm>
          <a:prstGeom prst="rect">
            <a:avLst/>
          </a:prstGeom>
        </p:spPr>
      </p:pic>
      <p:pic>
        <p:nvPicPr>
          <p:cNvPr id="4" name="Picture 3" descr="cern-logo.sv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80" y="164592"/>
            <a:ext cx="475488" cy="47548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49808"/>
            <a:ext cx="12191695" cy="19050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8923A"/>
                </a:solidFill>
                <a:latin typeface="Calibri"/>
              </a:rPr>
              <a:t>4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A0BF"/>
                </a:solidFill>
                <a:latin typeface="Calibri"/>
              </a:rPr>
              <a:t>DEPLOYMENTS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155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7F4EF"/>
                </a:solidFill>
                <a:latin typeface="Calibri"/>
              </a:rPr>
              <a:t>One plugin, two deployments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BFB6"/>
                </a:solidFill>
                <a:latin typeface="Calibri"/>
              </a:rPr>
              <a:t>The file plugin is the cache. The HTTP extension and xjcd are optional: they expose the same journal as a forwarding proxy for browsers and HTTP clients.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560320"/>
            <a:ext cx="5486400" cy="352044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2651760"/>
            <a:ext cx="52669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8923A"/>
                </a:solidFill>
                <a:latin typeface="Calibri"/>
              </a:rPr>
              <a:t>CLIENT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2852928"/>
            <a:ext cx="52669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Laptop / analysis job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3163824"/>
            <a:ext cx="5266944" cy="2825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xrdcp · ROOT · any XrdCl application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libXrdClJournalCachePlugin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XRD_PLUGIN and cache=/var/tmp/journalcache/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Local journal on disk; origin on miss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560320"/>
            <a:ext cx="5486400" cy="352044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2651760"/>
            <a:ext cx="52669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A0BF"/>
                </a:solidFill>
                <a:latin typeface="Calibri"/>
              </a:rPr>
              <a:t>PROXY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2852928"/>
            <a:ext cx="52669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Forwarding proxy (xjcd)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7648" y="3163824"/>
            <a:ext cx="5266944" cy="2825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GET /https://origin/path from a browser or curl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XrdHttp + HTTP extension + PSS + plugin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304, CGI, allow_origin, journals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An empty allowlist denies every chained origin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root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502920" cy="502920"/>
          </a:xfrm>
          <a:prstGeom prst="rect">
            <a:avLst/>
          </a:prstGeom>
        </p:spPr>
      </p:pic>
      <p:pic>
        <p:nvPicPr>
          <p:cNvPr id="3" name="Picture 2" descr="journalcach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09728"/>
            <a:ext cx="699496" cy="566928"/>
          </a:xfrm>
          <a:prstGeom prst="rect">
            <a:avLst/>
          </a:prstGeom>
        </p:spPr>
      </p:pic>
      <p:pic>
        <p:nvPicPr>
          <p:cNvPr id="4" name="Picture 3" descr="cern-logo.sv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80" y="164592"/>
            <a:ext cx="475488" cy="47548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49808"/>
            <a:ext cx="12191695" cy="19050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8923A"/>
                </a:solidFill>
                <a:latin typeface="Calibri"/>
              </a:rPr>
              <a:t>5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A0BF"/>
                </a:solidFill>
                <a:latin typeface="Calibri"/>
              </a:rPr>
              <a:t>READ 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155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7F4EF"/>
                </a:solidFill>
                <a:latin typeface="Calibri"/>
              </a:rPr>
              <a:t>A hit requires the full request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BFB6"/>
                </a:solidFill>
                <a:latin typeface="Calibri"/>
              </a:rPr>
              <a:t>Partial coverage is a miss. The origin is read and the bytes are appended. There is no block size and no prefetch.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514600"/>
            <a:ext cx="5486400" cy="347472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2606040"/>
            <a:ext cx="52669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Hit - serve from journal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2916936"/>
            <a:ext cx="5266944" cy="298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Interval tree: does [off, off+len) exist?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pread fragments; optional crc32c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No origin request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HTTP: honour no-cache / validators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514600"/>
            <a:ext cx="5486400" cy="347472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2606040"/>
            <a:ext cx="52669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Miss - fetch, then append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2916936"/>
            <a:ext cx="5266944" cy="298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XrdCl File or HTTP GET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pwrite journal; update filesize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The next full-range read can hit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PgRead always goes to the origin; pages are still journaled for later Read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root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502920" cy="502920"/>
          </a:xfrm>
          <a:prstGeom prst="rect">
            <a:avLst/>
          </a:prstGeom>
        </p:spPr>
      </p:pic>
      <p:pic>
        <p:nvPicPr>
          <p:cNvPr id="3" name="Picture 2" descr="journalcach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09728"/>
            <a:ext cx="699496" cy="566928"/>
          </a:xfrm>
          <a:prstGeom prst="rect">
            <a:avLst/>
          </a:prstGeom>
        </p:spPr>
      </p:pic>
      <p:pic>
        <p:nvPicPr>
          <p:cNvPr id="4" name="Picture 3" descr="cern-logo.sv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80" y="164592"/>
            <a:ext cx="475488" cy="47548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49808"/>
            <a:ext cx="12191695" cy="19050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8923A"/>
                </a:solidFill>
                <a:latin typeface="Calibri"/>
              </a:rPr>
              <a:t>6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A0BF"/>
                </a:solidFill>
                <a:latin typeface="Calibri"/>
              </a:rPr>
              <a:t>I/O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155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7F4EF"/>
                </a:solidFill>
                <a:latin typeface="Calibri"/>
              </a:rPr>
              <a:t>What is cached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828800"/>
          <a:ext cx="113385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8046720"/>
              </a:tblGrid>
              <a:tr h="61395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B8923A"/>
                          </a:solidFill>
                          <a:latin typeface="Calibri"/>
                        </a:rPr>
                        <a:t>Operation</a:t>
                      </a:r>
                    </a:p>
                  </a:txBody>
                  <a:tcPr>
                    <a:solidFill>
                      <a:srgbClr val="1E18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B8923A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>
                    <a:solidFill>
                      <a:srgbClr val="1E1810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Read / ReadV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Served only if the entire request is present; otherwise origin and append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PgRead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Always the origin. Pages are journaled for later Read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Write / Truncate / PgWrite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Passed through; the journal for that file is reset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DirList / Stat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Optional filesystem plugin (system = true)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Identity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On-disk path, not the client URL. The first process takes an exclusive flock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</a:tr>
              <a:tr h="613956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Further processes, same file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Read from the origin (no shared writer)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root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502920" cy="502920"/>
          </a:xfrm>
          <a:prstGeom prst="rect">
            <a:avLst/>
          </a:prstGeom>
        </p:spPr>
      </p:pic>
      <p:pic>
        <p:nvPicPr>
          <p:cNvPr id="3" name="Picture 2" descr="journalcach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09728"/>
            <a:ext cx="699496" cy="566928"/>
          </a:xfrm>
          <a:prstGeom prst="rect">
            <a:avLst/>
          </a:prstGeom>
        </p:spPr>
      </p:pic>
      <p:pic>
        <p:nvPicPr>
          <p:cNvPr id="4" name="Picture 3" descr="cern-logo.sv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80" y="164592"/>
            <a:ext cx="475488" cy="47548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49808"/>
            <a:ext cx="12191695" cy="19050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8923A"/>
                </a:solidFill>
                <a:latin typeface="Calibri"/>
              </a:rPr>
              <a:t>7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A0BF"/>
                </a:solidFill>
                <a:latin typeface="Calibri"/>
              </a:rPr>
              <a:t>ON DISK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155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7F4EF"/>
                </a:solidFill>
                <a:latin typeface="Calibri"/>
              </a:rPr>
              <a:t>Append-only fragments, not blocks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74519"/>
            <a:ext cx="5486400" cy="320040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1965960"/>
            <a:ext cx="52669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Layout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276856"/>
            <a:ext cx="5266944" cy="2706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Default: &lt;cache&gt;/&lt;host&gt;:&lt;port&gt;/&lt;path&gt;/journal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flat = true - SHA256 directory per file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basepath = /store/ - omit the host; start at the federation prefix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Listings .journalcache_list* · Stat .journalcache_stat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$journal/.xjc/ is never evicted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874519"/>
            <a:ext cx="5486400" cy="320040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965960"/>
            <a:ext cx="52669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Journal 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2276856"/>
            <a:ext cx="5266944" cy="2706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jheader_t - magic, mtime, filesize, version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header_t { offset, size } + data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v2: uint32 crc32c trailer per fragment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HTTP freshness in xattrs (etag, cache-control)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Symlink journals are refused (O_NOFOLLOW)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25780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9BFB6"/>
                </a:solidFill>
                <a:latin typeface="Calibri"/>
              </a:rPr>
              <a:t>Gaps are not filled. A later Read of a span that still has a gap misses until that span is complete.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root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502920" cy="502920"/>
          </a:xfrm>
          <a:prstGeom prst="rect">
            <a:avLst/>
          </a:prstGeom>
        </p:spPr>
      </p:pic>
      <p:pic>
        <p:nvPicPr>
          <p:cNvPr id="3" name="Picture 2" descr="journalcach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09728"/>
            <a:ext cx="699496" cy="566928"/>
          </a:xfrm>
          <a:prstGeom prst="rect">
            <a:avLst/>
          </a:prstGeom>
        </p:spPr>
      </p:pic>
      <p:pic>
        <p:nvPicPr>
          <p:cNvPr id="4" name="Picture 3" descr="cern-logo.sv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80" y="164592"/>
            <a:ext cx="475488" cy="47548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49808"/>
            <a:ext cx="12191695" cy="19050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8923A"/>
                </a:solidFill>
                <a:latin typeface="Calibri"/>
              </a:rPr>
              <a:t>8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A0BF"/>
                </a:solidFill>
                <a:latin typeface="Calibri"/>
              </a:rPr>
              <a:t>HTTP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155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7F4EF"/>
                </a:solidFill>
                <a:latin typeface="Calibri"/>
              </a:rPr>
              <a:t>Freshness is stored with the journal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BFB6"/>
                </a:solidFill>
                <a:latin typeface="Calibri"/>
              </a:rPr>
              <a:t>CGI and the HTTP extension pass origin validators into XrdCl. A matching If-None-Match or If-Modified-Since can return 304 before the file is opened.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06040"/>
            <a:ext cx="5486400" cy="338328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2697480"/>
            <a:ext cx="52669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Cache-Control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008376"/>
            <a:ext cx="5266944" cy="2889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no-store - do not journal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no-cache - Stat this session before serving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private - do not write the shared journal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max-age / s-maxage / Expires - expire from cached-at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606040"/>
            <a:ext cx="5486400" cy="338328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2697480"/>
            <a:ext cx="52669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HTTP extension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3008376"/>
            <a:ext cx="5266944" cy="2889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Maps request headers to CGI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Optional HEAD to http_origin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304 when a validator still matches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Emits stored ETag / Last-Modified on continue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Enforces allow_origin even in bypass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root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502920" cy="502920"/>
          </a:xfrm>
          <a:prstGeom prst="rect">
            <a:avLst/>
          </a:prstGeom>
        </p:spPr>
      </p:pic>
      <p:pic>
        <p:nvPicPr>
          <p:cNvPr id="3" name="Picture 2" descr="journalcach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09728"/>
            <a:ext cx="699496" cy="566928"/>
          </a:xfrm>
          <a:prstGeom prst="rect">
            <a:avLst/>
          </a:prstGeom>
        </p:spPr>
      </p:pic>
      <p:pic>
        <p:nvPicPr>
          <p:cNvPr id="4" name="Picture 3" descr="cern-logo.sv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80" y="164592"/>
            <a:ext cx="475488" cy="47548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49808"/>
            <a:ext cx="12191695" cy="19050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8923A"/>
                </a:solidFill>
                <a:latin typeface="Calibri"/>
              </a:rPr>
              <a:t>9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A0BF"/>
                </a:solidFill>
                <a:latin typeface="Calibri"/>
              </a:rPr>
              <a:t>FORWARDING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155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7F4EF"/>
                </a:solidFill>
                <a:latin typeface="Calibri"/>
              </a:rPr>
              <a:t>The proxy stays closed until an origin is allowed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BFB6"/>
                </a:solidFill>
                <a:latin typeface="Calibri"/>
              </a:rPr>
              <a:t>xjcd init writes configuration only. An empty allow_origin denies every chained URL (/https://…, /root://…, including N-hop unwrap).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06040"/>
            <a:ext cx="3657600" cy="338328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2697480"/>
            <a:ext cx="34381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Unwrap and allowlist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008376"/>
            <a:ext cx="3438144" cy="2889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Regex against the full URL, or exact hostname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Invalid regex is rejected when added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606040"/>
            <a:ext cx="3657600" cy="338328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7408" y="2697480"/>
            <a:ext cx="34381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Deny - 403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3008376"/>
            <a:ext cx="3438144" cy="2889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Empty list, or no match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xjcd init default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606040"/>
            <a:ext cx="3657600" cy="338328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2167" y="2697480"/>
            <a:ext cx="34381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Open and journal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7" y="3008376"/>
            <a:ext cx="3438144" cy="2889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xjc allow-origin add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Enable pss.permit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external_redirect → 302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root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502920" cy="502920"/>
          </a:xfrm>
          <a:prstGeom prst="rect">
            <a:avLst/>
          </a:prstGeom>
        </p:spPr>
      </p:pic>
      <p:pic>
        <p:nvPicPr>
          <p:cNvPr id="3" name="Picture 2" descr="journalcach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09728"/>
            <a:ext cx="699496" cy="566928"/>
          </a:xfrm>
          <a:prstGeom prst="rect">
            <a:avLst/>
          </a:prstGeom>
        </p:spPr>
      </p:pic>
      <p:pic>
        <p:nvPicPr>
          <p:cNvPr id="4" name="Picture 3" descr="cern-logo.sv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80" y="164592"/>
            <a:ext cx="475488" cy="47548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49808"/>
            <a:ext cx="12191695" cy="19050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8923A"/>
                </a:solidFill>
                <a:latin typeface="Calibri"/>
              </a:rPr>
              <a:t>10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A0BF"/>
                </a:solidFill>
                <a:latin typeface="Calibri"/>
              </a:rPr>
              <a:t>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155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7F4EF"/>
                </a:solidFill>
                <a:latin typeface="Calibri"/>
              </a:rPr>
              <a:t>Three tools, one cache tree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20240"/>
            <a:ext cx="3566160" cy="402336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011680"/>
            <a:ext cx="3346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8923A"/>
                </a:solidFill>
                <a:latin typeface="Calibri"/>
              </a:rPr>
              <a:t>POLICY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212848"/>
            <a:ext cx="3346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xjc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2523744"/>
            <a:ext cx="3346704" cy="3328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bypass, multi-origin, allowlist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external redirects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cleaner watermarks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Reloads policy.conf on change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920240"/>
            <a:ext cx="3566160" cy="402336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7408" y="2011680"/>
            <a:ext cx="3346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8923A"/>
                </a:solidFill>
                <a:latin typeface="Calibri"/>
              </a:rPr>
              <a:t>BOOTSTRAP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212848"/>
            <a:ext cx="3346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xjcd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2523744"/>
            <a:ext cx="3346704" cy="3328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init - state, units, TLS ports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render / validate / show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No xjcd run; systemd starts xrootd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--install-systemd installs the units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920240"/>
            <a:ext cx="3566160" cy="402336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2167" y="2011680"/>
            <a:ext cx="3346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A0BF"/>
                </a:solidFill>
                <a:latin typeface="Calibri"/>
              </a:rPr>
              <a:t>EVICT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2167" y="2212848"/>
            <a:ext cx="3346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xjccleand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7" y="2523744"/>
            <a:ext cx="3346704" cy="3328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mtime eviction, skip .xjc/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Disabled until xjc cleaner enable on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Do not run together with in-plugin size=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Removes journal, list, and stat files only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root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502920" cy="502920"/>
          </a:xfrm>
          <a:prstGeom prst="rect">
            <a:avLst/>
          </a:prstGeom>
        </p:spPr>
      </p:pic>
      <p:pic>
        <p:nvPicPr>
          <p:cNvPr id="3" name="Picture 2" descr="journalcach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09728"/>
            <a:ext cx="699496" cy="566928"/>
          </a:xfrm>
          <a:prstGeom prst="rect">
            <a:avLst/>
          </a:prstGeom>
        </p:spPr>
      </p:pic>
      <p:pic>
        <p:nvPicPr>
          <p:cNvPr id="4" name="Picture 3" descr="cern-logo.sv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80" y="164592"/>
            <a:ext cx="475488" cy="47548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49808"/>
            <a:ext cx="12191695" cy="19050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8923A"/>
                </a:solidFill>
                <a:latin typeface="Calibri"/>
              </a:rPr>
              <a:t>11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A0BF"/>
                </a:solidFill>
                <a:latin typeface="Calibri"/>
              </a:rPr>
              <a:t>XCACHE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155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7F4EF"/>
                </a:solidFill>
                <a:latin typeface="Calibri"/>
              </a:rPr>
              <a:t>XCache is the XRootD site cache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BFB6"/>
                </a:solidFill>
                <a:latin typeface="Calibri"/>
              </a:rPr>
              <a:t>XCache is XrdPfc (Proxy File Cache) in front of PSS. It is a shared server: files are stored in fixed-size blocks (default 256 KiB) and neighbouring blocks can be prefetched.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743200"/>
            <a:ext cx="3657600" cy="320040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34381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Clients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145536"/>
            <a:ext cx="3438144" cy="2706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xrdcp · ROOT · many jobs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743200"/>
            <a:ext cx="3657600" cy="320040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7408" y="2834640"/>
            <a:ext cx="34381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XCache node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3145536"/>
            <a:ext cx="3438144" cy="2706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xrootd · pss · XrdPfc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blocks + .cinfo · RAM + disk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prefetch · purge · concurrent readers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pfc.httpcc · ResourceMonitor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743200"/>
            <a:ext cx="3657600" cy="320040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2167" y="2834640"/>
            <a:ext cx="34381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Origin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7" y="3145536"/>
            <a:ext cx="3438144" cy="2706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WAN or disk server / federation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root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502920" cy="502920"/>
          </a:xfrm>
          <a:prstGeom prst="rect">
            <a:avLst/>
          </a:prstGeom>
        </p:spPr>
      </p:pic>
      <p:pic>
        <p:nvPicPr>
          <p:cNvPr id="3" name="Picture 2" descr="journalcach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09728"/>
            <a:ext cx="699496" cy="566928"/>
          </a:xfrm>
          <a:prstGeom prst="rect">
            <a:avLst/>
          </a:prstGeom>
        </p:spPr>
      </p:pic>
      <p:pic>
        <p:nvPicPr>
          <p:cNvPr id="4" name="Picture 3" descr="cern-logo.sv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80" y="164592"/>
            <a:ext cx="475488" cy="47548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49808"/>
            <a:ext cx="12191695" cy="19050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8923A"/>
                </a:solidFill>
                <a:latin typeface="Calibri"/>
              </a:rPr>
              <a:t>12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A0BF"/>
                </a:solidFill>
                <a:latin typeface="Calibri"/>
              </a:rPr>
              <a:t>SIDE BY 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155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7F4EF"/>
                </a:solidFill>
                <a:latin typeface="Calibri"/>
              </a:rPr>
              <a:t>Where data is stored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20240"/>
            <a:ext cx="5486400" cy="411480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011680"/>
            <a:ext cx="52669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8923A"/>
                </a:solidFill>
                <a:latin typeface="Calibri"/>
              </a:rPr>
              <a:t>CLIENT JOURNAL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212848"/>
            <a:ext cx="52669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JournalCache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2523744"/>
            <a:ext cx="5266944" cy="3419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In the client, or on a small xjcd proxy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Exact ranges that were read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Append-only journal · no prefetch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One flock writer per file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HTTP 304 · closed allowlist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920240"/>
            <a:ext cx="5486400" cy="411480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2011680"/>
            <a:ext cx="52669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A0BF"/>
                </a:solidFill>
                <a:latin typeface="Calibri"/>
              </a:rPr>
              <a:t>SITE CACHE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2212848"/>
            <a:ext cx="52669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XCache (XrdPfc)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2523744"/>
            <a:ext cx="5266944" cy="3419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Dedicated xrootd cache node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Fixed blocks (256 KiB default)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Prefetch adjacent blocks · .cinfo map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Many clients, shared files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Purge by age, usage, or plugin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root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502920" cy="502920"/>
          </a:xfrm>
          <a:prstGeom prst="rect">
            <a:avLst/>
          </a:prstGeom>
        </p:spPr>
      </p:pic>
      <p:pic>
        <p:nvPicPr>
          <p:cNvPr id="3" name="Picture 2" descr="journalcach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09728"/>
            <a:ext cx="699496" cy="566928"/>
          </a:xfrm>
          <a:prstGeom prst="rect">
            <a:avLst/>
          </a:prstGeom>
        </p:spPr>
      </p:pic>
      <p:pic>
        <p:nvPicPr>
          <p:cNvPr id="4" name="Picture 3" descr="cern-logo.sv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80" y="164592"/>
            <a:ext cx="475488" cy="47548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49808"/>
            <a:ext cx="12191695" cy="19050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8923A"/>
                </a:solidFill>
                <a:latin typeface="Calibri"/>
              </a:rPr>
              <a:t>13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A0BF"/>
                </a:solidFill>
                <a:latin typeface="Calibri"/>
              </a:rPr>
              <a:t>1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155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7F4EF"/>
                </a:solidFill>
                <a:latin typeface="Calibri"/>
              </a:rPr>
              <a:t>JournalCache and XCache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783080"/>
          <a:ext cx="1152144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663440"/>
                <a:gridCol w="4480560"/>
              </a:tblGrid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B8923A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18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B8923A"/>
                          </a:solidFill>
                          <a:latin typeface="Calibri"/>
                        </a:rPr>
                        <a:t>JournalCache</a:t>
                      </a:r>
                    </a:p>
                  </a:txBody>
                  <a:tcPr>
                    <a:solidFill>
                      <a:srgbClr val="1E18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B8923A"/>
                          </a:solidFill>
                          <a:latin typeface="Calibri"/>
                        </a:rPr>
                        <a:t>XCache (XrdPfc)</a:t>
                      </a:r>
                    </a:p>
                  </a:txBody>
                  <a:tcPr>
                    <a:solidFill>
                      <a:srgbClr val="1E1810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XrdCl file plugin, optional HTTP extension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Server OSS cache in front of PSS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Sharing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One process holds the journal lock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Many clients on one cache node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Unit of storage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Exact read ranges (journal fragments)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Fixed blocks (default 256 KiB)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Prefetch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Adjacent blocks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Read amplification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Only the requested range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Rounded up to a block, plus prefetch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Writes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Passed through; that journal is reset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Optional write-through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HTTP freshness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CGI, extension 304, xattrs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pfc.httpcc, Fsctl only-if-cached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XRD_PLUGIN or xjcd init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Dedicated xrootd cache node (pfc.* / pss.*)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root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502920" cy="502920"/>
          </a:xfrm>
          <a:prstGeom prst="rect">
            <a:avLst/>
          </a:prstGeom>
        </p:spPr>
      </p:pic>
      <p:pic>
        <p:nvPicPr>
          <p:cNvPr id="3" name="Picture 2" descr="journalcach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09728"/>
            <a:ext cx="699496" cy="566928"/>
          </a:xfrm>
          <a:prstGeom prst="rect">
            <a:avLst/>
          </a:prstGeom>
        </p:spPr>
      </p:pic>
      <p:pic>
        <p:nvPicPr>
          <p:cNvPr id="4" name="Picture 3" descr="cern-logo.sv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80" y="164592"/>
            <a:ext cx="475488" cy="47548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49808"/>
            <a:ext cx="12191695" cy="19050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8923A"/>
                </a:solidFill>
                <a:latin typeface="Calibri"/>
              </a:rPr>
              <a:t>14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A0BF"/>
                </a:solidFill>
                <a:latin typeface="Calibri"/>
              </a:rPr>
              <a:t>CHOICE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155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7F4EF"/>
                </a:solidFill>
                <a:latin typeface="Calibri"/>
              </a:rPr>
              <a:t>Recommended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BFB6"/>
                </a:solidFill>
                <a:latin typeface="Calibri"/>
              </a:rPr>
              <a:t>The two can run together. A site may operate XCache, while a client or xjcd instance still journals the ranges that client read.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514600"/>
            <a:ext cx="5486400" cy="352044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2606040"/>
            <a:ext cx="52669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8923A"/>
                </a:solidFill>
                <a:latin typeface="Calibri"/>
              </a:rPr>
              <a:t>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2807208"/>
            <a:ext cx="52669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JournalCache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3118104"/>
            <a:ext cx="5266944" cy="2825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A laptop or worker that rereads the same sparse ranges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ROOT or analysis that touches only selected branches or events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A compact HTTP forwarder for /https://origin/path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Workloads that must not fetch a whole file or a 256 KiB block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A closed origin allowlist and a hot-reloadable policy (xjc)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514600"/>
            <a:ext cx="5486400" cy="352044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2606040"/>
            <a:ext cx="52669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A0BF"/>
                </a:solidFill>
                <a:latin typeface="Calibri"/>
              </a:rPr>
              <a:t>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2807208"/>
            <a:ext cx="52669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XCache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7648" y="3118104"/>
            <a:ext cx="5266944" cy="2825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A site or campus cache in front of a federation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Many jobs reading the same files from one node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Sequential or wide reads, where prefetch is useful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An existing PSS deployment that needs a shared disk pool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Production purge, gstream monitoring, and multi-reader files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root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502920" cy="502920"/>
          </a:xfrm>
          <a:prstGeom prst="rect">
            <a:avLst/>
          </a:prstGeom>
        </p:spPr>
      </p:pic>
      <p:pic>
        <p:nvPicPr>
          <p:cNvPr id="3" name="Picture 2" descr="journalcach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09728"/>
            <a:ext cx="699496" cy="566928"/>
          </a:xfrm>
          <a:prstGeom prst="rect">
            <a:avLst/>
          </a:prstGeom>
        </p:spPr>
      </p:pic>
      <p:pic>
        <p:nvPicPr>
          <p:cNvPr id="4" name="Picture 3" descr="cern-logo.sv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80" y="164592"/>
            <a:ext cx="475488" cy="47548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49808"/>
            <a:ext cx="12191695" cy="19050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8923A"/>
                </a:solidFill>
                <a:latin typeface="Calibri"/>
              </a:rPr>
              <a:t>15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A0BF"/>
                </a:solidFill>
                <a:latin typeface="Calibri"/>
              </a:rPr>
              <a:t>LIMITS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155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7F4EF"/>
                </a:solidFill>
                <a:latin typeface="Calibri"/>
              </a:rPr>
              <a:t>Current limits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828800"/>
          <a:ext cx="1133856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863840"/>
              </a:tblGrid>
              <a:tr h="554355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B8923A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>
                    <a:solidFill>
                      <a:srgbClr val="1E181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B8923A"/>
                          </a:solidFill>
                          <a:latin typeface="Calibri"/>
                        </a:rPr>
                        <a:t>Implication</a:t>
                      </a:r>
                    </a:p>
                  </a:txBody>
                  <a:tcPr>
                    <a:solidFill>
                      <a:srgbClr val="1E1810"/>
                    </a:solidFill>
                  </a:tcPr>
                </a:tc>
              </a:tr>
              <a:tr h="554355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Full-range hits only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Any gap in the request is a miss, even if most bytes are local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</a:tr>
              <a:tr h="554355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One flock per journal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A second process on the same file does not share the writer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</a:tr>
              <a:tr h="554355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No prefetch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The next uncached range always requires an origin read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</a:tr>
              <a:tr h="554355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Empty allowlist denies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After xjcd init, add allow_origin before chained GETs succeed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</a:tr>
              <a:tr h="554355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xjccleand starts disabled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Enable it, or the tree grows until the disk is full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</a:tr>
              <a:tr h="554355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listttl=0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Listing and stat entries do not expire; only mutations invalidate them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</a:tr>
              <a:tr h="554355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Not an XCache replacement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F7F4EF"/>
                          </a:solidFill>
                          <a:latin typeface="Calibri"/>
                        </a:rPr>
                        <a:t>The site-wide shared block cache remains XrdPfc</a:t>
                      </a:r>
                    </a:p>
                  </a:txBody>
                  <a:tcPr>
                    <a:solidFill>
                      <a:srgbClr val="16141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70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root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502920" cy="502920"/>
          </a:xfrm>
          <a:prstGeom prst="rect">
            <a:avLst/>
          </a:prstGeom>
        </p:spPr>
      </p:pic>
      <p:pic>
        <p:nvPicPr>
          <p:cNvPr id="3" name="Picture 2" descr="journalcach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09728"/>
            <a:ext cx="699496" cy="566928"/>
          </a:xfrm>
          <a:prstGeom prst="rect">
            <a:avLst/>
          </a:prstGeom>
        </p:spPr>
      </p:pic>
      <p:pic>
        <p:nvPicPr>
          <p:cNvPr id="4" name="Picture 3" descr="cern-logo.sv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80" y="164592"/>
            <a:ext cx="475488" cy="47548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49808"/>
            <a:ext cx="12191695" cy="19050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89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8923A"/>
                </a:solidFill>
                <a:latin typeface="Calibri"/>
              </a:rPr>
              <a:t>16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8686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A0BF"/>
                </a:solidFill>
                <a:latin typeface="Calibri"/>
              </a:rPr>
              <a:t>OUTLOOK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155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7F4EF"/>
                </a:solidFill>
                <a:latin typeface="Calibri"/>
              </a:rPr>
              <a:t>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74519"/>
            <a:ext cx="3566160" cy="338328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1965960"/>
            <a:ext cx="3346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8923A"/>
                </a:solidFill>
                <a:latin typeface="Calibri"/>
              </a:rPr>
              <a:t>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167128"/>
            <a:ext cx="3346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2478024"/>
            <a:ext cx="3346704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XrdCl file + optional FS plugin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Range journal, crc32c, symlink rejection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HTTP extension: 304, CGI, HEAD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Closed allowlist and redirects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xjc, xjcd, xjccleand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874519"/>
            <a:ext cx="3566160" cy="338328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7408" y="1965960"/>
            <a:ext cx="3346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A0BF"/>
                </a:solidFill>
                <a:latin typeface="Calibri"/>
              </a:rPr>
              <a:t>NOT DONE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2167128"/>
            <a:ext cx="3346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Not done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2478024"/>
            <a:ext cx="3346704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Partial-range hits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A shared multi-process journal writer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Prefetch (intentionally out of scope)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A replacement for site-wide XCache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An open-by-default forwarding proxy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874519"/>
            <a:ext cx="3566160" cy="3383280"/>
          </a:xfrm>
          <a:prstGeom prst="roundRect">
            <a:avLst/>
          </a:prstGeom>
          <a:solidFill>
            <a:srgbClr val="161416"/>
          </a:solidFill>
          <a:ln w="12700">
            <a:solidFill>
              <a:srgbClr val="B89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2167" y="1965960"/>
            <a:ext cx="3346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A0BF"/>
                </a:solidFill>
                <a:latin typeface="Calibri"/>
              </a:rPr>
              <a:t>NEXT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2167" y="2167128"/>
            <a:ext cx="33467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8923A"/>
                </a:solidFill>
                <a:latin typeface="Calibri"/>
              </a:rPr>
              <a:t>Next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7" y="2478024"/>
            <a:ext cx="3346704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Propose the plugin for xrootd/master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Keep XCache as the shared site cache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Use JournalCache on clients and compact HTTP proxies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F7F4EF"/>
                </a:solidFill>
                <a:latin typeface="Calibri"/>
              </a:rPr>
              <a:t>• Documentation: html/index.html, xjcd(1)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4406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9BFB6"/>
                </a:solidFill>
                <a:latin typeface="Calibri"/>
              </a:rPr>
              <a:t>JournalCache stores the bytes a client has read, on that client. XCache remains the shared block cache in front of a federation.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