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F4EF"/>
                </a:solidFill>
                <a:latin typeface="Calibri"/>
              </a:rPr>
              <a:t>JournalCache for XRootD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1463040" cy="3810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A0BF"/>
                </a:solidFill>
                <a:latin typeface="Calibri"/>
              </a:rPr>
              <a:t>Dr. Andreas-Joachim Peters — CERN IT-SD-PSS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23A"/>
                </a:solidFill>
                <a:latin typeface="Calibri"/>
              </a:rPr>
              <a:t>XROOTD WORKSHOP LYON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XROOTD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A client read cache, distinct from XCache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JournalCache records only the byte ranges an application reads, in an append-only per-file journal. There is no block size and no read amplification beyond the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356616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260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272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Client or 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38144"/>
            <a:ext cx="334670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An XrdCl file plugin for xrdcp, ROOT, or any XrdCl application. The same plugin can run under PSS or XrdHttp. xjcd installs a forwarding proxy.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834640"/>
            <a:ext cx="356616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260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1272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Exact ranges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438144"/>
            <a:ext cx="334670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hit requires the full request in the journal. A miss is fetched from the origin and appended. A write resets that file’s journal.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834640"/>
            <a:ext cx="356616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29260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31272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Not XCache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3438144"/>
            <a:ext cx="334670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XCache (XrdPfc) is a shared, server-side block cache with prefetch. JournalCache is a client journal. The two are complementary.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F7F4EF"/>
                </a:solidFill>
                <a:latin typeface="Calibri"/>
              </a:rPr>
              <a:t>•  1   Deployments: client and forwarding proxy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7F4EF"/>
                </a:solidFill>
                <a:latin typeface="Calibri"/>
              </a:rPr>
              <a:t>•  2   Read path, journal format, HTTP freshness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7F4EF"/>
                </a:solidFill>
                <a:latin typeface="Calibri"/>
              </a:rPr>
              <a:t>•  3   Origin allowlist and the xjc / xjcd / xjccleand tools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7F4EF"/>
                </a:solidFill>
                <a:latin typeface="Calibri"/>
              </a:rPr>
              <a:t>•  4   XCache (XrdPfc) in brief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7F4EF"/>
                </a:solidFill>
                <a:latin typeface="Calibri"/>
              </a:rPr>
              <a:t>•  5   Comparison and recommended use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F7F4EF"/>
                </a:solidFill>
                <a:latin typeface="Calibri"/>
              </a:rPr>
              <a:t>•  6   Limits and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One plugin, two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The file plugin is the cache. The HTTP extension and xjcd are optional: they expose the same journal as a forwarding proxy for browsers and HTTP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5486400" cy="35204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5176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5292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Laptop / analysis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5266944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xrdcp · ROOT · any XrdCl application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libXrdClJournalCachePlugin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XRD_PLUGIN and cache=/var/tmp/journalcache/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Local journal on disk; origin on miss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60320"/>
            <a:ext cx="5486400" cy="35204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65176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85292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Forwarding proxy (xjcd)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163824"/>
            <a:ext cx="5266944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GET /https://origin/path from a browser or curl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XrdHttp + HTTP extension + PSS + plugin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304, CGI, allow_origin, journals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An empty allowlist denies every chained origin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READ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A hit requires the full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Partial coverage is a miss. The origin is read and the bytes are appended. There is no block size and no prefetch.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5486400" cy="347472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0604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Hit — serve from journal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16936"/>
            <a:ext cx="5266944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Interval tree: does [off, off+len) exist?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pread fragments; optional crc32c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 origin request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HTTP: honour no-cache / validators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486400" cy="347472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60604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Miss — fetch, then append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916936"/>
            <a:ext cx="5266944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XrdCl File or HTTP GET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pwrite journal; update filesize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The next full-range read can hit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PgRead always goes to the origin; pages are still journaled for later 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What is cached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828800"/>
          <a:ext cx="11338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046720"/>
              </a:tblGrid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Read / ReadV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Served only if the entire request is present; otherwise origin and append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PgRead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Always the origin. Pages are journaled for later Read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Write / Truncate / PgWrite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Passed through; the journal for that file is reset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DirList / Stat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Optional filesystem plugin (system = true)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On-disk path, not the client URL. The first process takes an exclusive flock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61395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Further processes, same file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Read from the origin (no shared writer)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Append-only fragments, not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48640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76856"/>
            <a:ext cx="5266944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Default: &lt;cache&gt;/&lt;host&gt;:&lt;port&gt;/&lt;path&gt;/journal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flat = true — SHA256 directory per file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basepath = /store/ — omit the host; start at the federation prefix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Listings .journalcache_list* · Stat .journalcache_stat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$journal/.xjc/ is never evicted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48640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Journal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76856"/>
            <a:ext cx="5266944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jheader_t — magic, mtime, filesize, version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header_t { offset, size } + data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v2: uint32 crc32c trailer per fragment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HTTP freshness in xattrs (etag, cache-control)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Symlink journals are refused (O_NOFOLLOW)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BFB6"/>
                </a:solidFill>
                <a:latin typeface="Calibri"/>
              </a:rPr>
              <a:t>Gaps are not filled. A later Read of a span that still has a gap misses until that span is 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Freshness is stored with the journal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CGI and the HTTP extension pass origin validators into XrdCl. A matching If-None-Match or If-Modified-Since can return 304 before the file is opened.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54864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Cache-Control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008376"/>
            <a:ext cx="5266944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no-store — do not journal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no-cache — Stat this session before serving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private — do not write the shared journal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max-age / s-maxage / Expires — expire from cached-at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54864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69748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HTTP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008376"/>
            <a:ext cx="5266944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Maps request headers to CGI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Optional HEAD to http_origin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304 when a validator still matches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Emits stored ETag / Last-Modified on continue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Enforces allow_origin even in bypass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FORWARDING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The proxy stays closed until an origin is allowed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xjcd init writes configuration only. An empty allow_origin denies every chained URL (/https://…, /root://…, including N-hop unwrap).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36576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Unwrap and allowlist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008376"/>
            <a:ext cx="3438144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Regex against the full URL, or exact hostname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Invalid regex is rejected when added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606040"/>
            <a:ext cx="36576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69748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Deny — 403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008376"/>
            <a:ext cx="3438144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Empty list, or no match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xjcd init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06040"/>
            <a:ext cx="36576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269748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Open and journal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3008376"/>
            <a:ext cx="3438144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xjc allow-origin add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Enable pss.permit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external_redirect → 302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Three tools, one cache tree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566160" cy="40233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116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12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xjc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23744"/>
            <a:ext cx="3346704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bypass, multi-origin, allowlist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external redirects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cleaner watermarks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Reloads policy.conf on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566160" cy="40233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0116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BOOTSTRAP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212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xjcd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23744"/>
            <a:ext cx="3346704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init — state, units, TLS ports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render / validate / show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 xjcd run; systemd starts xrootd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--install-systemd installs the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3566160" cy="40233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20116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EVICT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212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xjccleand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523744"/>
            <a:ext cx="3346704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mtime eviction, skip .xjc/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Disabled until xjc cleaner enable 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Do not run together with in-plugin size=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Removes journal, list, and stat files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XCACHE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XCache is the XRootD site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XCache is XrdPfc (Proxy File Cache) in front of PSS. It is a shared server: files are stored in fixed-size blocks (default 256 KiB) and neighbouring blocks can be prefetched.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365760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83464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45536"/>
            <a:ext cx="3438144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xrdcp · ROOT · many jobs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43200"/>
            <a:ext cx="365760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83464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XCache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145536"/>
            <a:ext cx="3438144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xrootd · pss · XrdPfc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blocks + .cinfo · RAM + disk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prefetch · purge · concurrent readers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pfc.httpcc · ResourceMonitor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43200"/>
            <a:ext cx="365760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283464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Origin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3145536"/>
            <a:ext cx="3438144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WAN or disk server / federation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SIDE BY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Where data is stored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5486400" cy="41148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1168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CLIENT JOURNAL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1284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JournalCache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23744"/>
            <a:ext cx="5266944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In the client, or on a small xjcd proxy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Exact ranges that were read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Append-only journal · no prefetch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One flock writer per file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HTTP 304 · closed allowlist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486400" cy="41148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1168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SITE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21284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XCache (XrdPfc)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523744"/>
            <a:ext cx="5266944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Dedicated xrootd cache node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Fixed blocks (256 KiB default)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Prefetch adjacent blocks · .cinfo map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Many clients, shared files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Purge by age, usage, or plugin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1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JournalCache and XCache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783080"/>
          <a:ext cx="11521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663440"/>
                <a:gridCol w="448056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>JournalCache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>XCache (XrdPfc)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XrdCl file plugin, optional HTTP extension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Server OSS cache in front of PSS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Sharing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One process holds the journal lock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Many clients on one cache node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Unit of storage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Exact read ranges (journal fragments)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Fixed blocks (default 256 KiB)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Prefetch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Adjacent blocks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Read amplification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Only the requested range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Rounded up to a block, plus prefetch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Writes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Passed through; that journal is reset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Optional write-through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HTTP freshness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CGI, extension 304, xattrs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pfc.httpcc, Fsctl only-if-cached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XRD_PLUGIN or xjcd init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Dedicated xrootd cache node (pfc.* / pss.*)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Recommended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The two can run together. A site may operate XCache, while a client or xjcd instance still journals the ranges that client 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5486400" cy="35204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0604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0720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JournalCache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18104"/>
            <a:ext cx="5266944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laptop or worker that rereads the same sparse ranges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ROOT or analysis that touches only selected branches or events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compact HTTP forwarder for /https://origin/path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Workloads that must not fetch a whole file or a 256 KiB block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closed origin allowlist and a hot-reloadable policy (xjc)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5486400" cy="35204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60604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80720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118104"/>
            <a:ext cx="5266944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site or campus cache in front of a federation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Many jobs reading the same files from one node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Sequential or wide reads, where prefetch is useful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An existing PSS deployment that needs a shared disk pool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Production purge, gstream monitoring, and multi-reader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Current limits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828800"/>
          <a:ext cx="113385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863840"/>
              </a:tblGrid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8923A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Full-range hits only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Any gap in the request is a miss, even if most bytes are local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One flock per journal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A second process on the same file does not share the writer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No prefetch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The next uncached range always requires an origin read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Empty allowlist denies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After xjcd init, add allow_origin before chained GETs succeed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xjccleand starts disabled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Enable it, or the tree grows until the disk is full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listttl=0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Listing and stat entries do not expire; only mutations invalidate them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Not an XCache replacement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7F4EF"/>
                          </a:solidFill>
                          <a:latin typeface="Calibri"/>
                        </a:rPr>
                        <a:t>The site-wide shared block cache remains XrdPfc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6616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478024"/>
            <a:ext cx="334670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XrdCl file + optional FS plugin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Range journal, crc32c, symlink rejection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HTTP extension: 304, CGI, HEAD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Closed allowlist and redirects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xjc, xjcd, xjccleand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356616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96596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NOT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Not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478024"/>
            <a:ext cx="334670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Partial-range hits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shared multi-process journal writer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Prefetch (intentionally out of scope)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replacement for site-wide XCache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An open-by-default forwarding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6616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196596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478024"/>
            <a:ext cx="334670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Propose the plugin for xrootd/master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Keep XCache as the shared site cache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Use JournalCache on clients and compact HTTP proxies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Documentation: html/index.html, xjcd(1)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BFB6"/>
                </a:solidFill>
                <a:latin typeface="Calibri"/>
              </a:rPr>
              <a:t>JournalCache stores the bytes a client has read, on that client. XCache remains the shared block cache in front of a federation.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